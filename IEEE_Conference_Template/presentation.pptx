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73152" cy="2011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as a Control Plane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Poisoning Attacks on LLM Multi-Agent UAV Systems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AeroMind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3840480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Ibrahim Odat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Oakland University  |  March 19,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Overview &amp; Motivation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when shared memory becomes the attack surface?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920240"/>
            <a:ext cx="265176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31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94360" y="2606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multi-agent systems rely on shared memory for coordination. Every agent trusts every retrieved entry unconditionally.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37560" y="19202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37560" y="1920240"/>
            <a:ext cx="265176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1031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862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Attack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74720" y="2606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compromised agent poisons the shared memory store. All agents retrieve and trust the poisoned entries.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19202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17920" y="1920240"/>
            <a:ext cx="265176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031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6656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Impact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355080" y="26060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529m GPS deviation, 100% attack success rate, full swarm infection from one injection point.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4241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88720" y="1234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in multi-agent UAV systems is an unexamined attack surface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1965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88720" y="2011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AeroMind with 15 attack scenarios across 3 LLM backbones (8B-200B parameters)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9689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514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88720" y="2788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ASR, CASR = 1.00, 529m GPS deviation (360x amplification over 1.44m baseline)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24612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246120"/>
            <a:ext cx="54864" cy="658368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7413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88720" y="3566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provenance + trust-weighted reranking + source diversity filtering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02336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4023360"/>
            <a:ext cx="54864" cy="658368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51376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188720" y="4343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reduces ASR from 93-100% to 0% on tested scenarios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Contributions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examines memory poisoning in multi-agent embodied systems. Existing RAG attacks target single-agent text pipelines.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Contributions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97480"/>
            <a:ext cx="50292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as Control Plane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is the de facto control plane in LLM multi-agent systems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46120"/>
            <a:ext cx="50292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Stigmergic Contagion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compromised agent infects the entire swarm through shared retrieval (CASR = 1.00)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94760"/>
            <a:ext cx="50292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94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Injection Saturation Threshold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poisoned entries suffice to fully contaminate any agent retrieving top-k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343400"/>
            <a:ext cx="50292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43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343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Three-Layer Defense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provenance, trust-weighted reranking, and source diversity filtering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Related Work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Poisoning Landscape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AgentPoison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Optimized triggers for agent RAG pipelines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Black-box corpus poisoning for RAG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BadRAG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Adversarial passages that survive retrieval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601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6636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Frameworks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share unauthenticated memory: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MetaGPT, AutoGen, CrewAI, LangChain, MemGPT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include memory-entry authentication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default configuration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targets single-agent text systems. No prior study examines memory poisoning in multi-agent embodied systems where compromised context translates to physical-world actions.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1600" dirty="0"/>
          </a:p>
        </p:txBody>
      </p:sp>
      <p:pic>
        <p:nvPicPr>
          <p:cNvPr id="4" name="Image 0" descr="C:\Users\New User\Music\My Project\UAV_ANTIG\IEEE_Conference_Template\figures\fig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548640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822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Components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43600" y="1280160"/>
            <a:ext cx="2926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80760" y="1307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Supervisor Agent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80760" y="1536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planner, decomposes missions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1920240"/>
            <a:ext cx="2926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0" y="1947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Scout Agents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2176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executors, ReAct loop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2560320"/>
            <a:ext cx="2926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80760" y="2587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Memory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80760" y="2816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nomic-embed-text, k=3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3200400"/>
            <a:ext cx="2926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80760" y="3227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Memory Layers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80760" y="3456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Episodic, Semantic, Procedural, Coordination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43600" y="3840480"/>
            <a:ext cx="2926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80760" y="3867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Validator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80760" y="4096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Geofence, Alt&lt;50m, Tool Whitelist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7432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AeroMind hierarchical architecture. Red dashed border = attack surface (shared memory store).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Layer Architecture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memory layers structure system cognition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Layer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Content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Read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Write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logs, GPS telemetry, observations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Facts, coordinates, operational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schemas, skill definitions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plans, status signals, role assignments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Ephemeral LLM context (per-query)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Any agent can READ any layer, but Scouts WRITE to Episodic. A compromised Scout poisons the layer readable by ALL agents.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 Model</a:t>
            </a:r>
            <a:endParaRPr lang="en-US" sz="1600" dirty="0"/>
          </a:p>
        </p:txBody>
      </p:sp>
      <p:pic>
        <p:nvPicPr>
          <p:cNvPr id="4" name="Image 0" descr="C:\Users\New User\Music\My Project\UAV_ANTIG\IEEE_Conference_Template\figures\fig_trust_bounda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548640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822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Attacker Profiles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43600" y="1280160"/>
            <a:ext cx="29260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280160"/>
            <a:ext cx="54864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1280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3796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artifact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1783080"/>
            <a:ext cx="29260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783080"/>
            <a:ext cx="54864" cy="4114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7830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Scout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2286000"/>
            <a:ext cx="292608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2286000"/>
            <a:ext cx="54864" cy="41148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22860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3796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seed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2926080"/>
            <a:ext cx="2926080" cy="7315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6"/>
          <p:cNvSpPr/>
          <p:nvPr/>
        </p:nvSpPr>
        <p:spPr>
          <a:xfrm>
            <a:off x="6080760" y="2926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TB5 - CRITICAL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entries become trusted facts. No provenance verification.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7432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Trust boundaries (TB1-TB8) across the AeroMind data pipeline.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Key Assumptions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Attacker has no access to LLM weights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Attacker cannot modify system prompts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Safety Validator is tamper-proof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Communication channels are authentic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All retrieved memory is treated as trusted context (no provenance)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Design: 15 Scenarios Across 3 GAPs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1143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1: Memory as Control Substrate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poisoned memory entries override legitimate mission context and redirect physical behavior?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S01, S02, S03, S04, S12, S13, S14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73152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2: Cross-Agent Propagation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poisoned data spread from one agent to the entire swarm through shared retrieval?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S05, S06, S10, S11, S15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66160"/>
            <a:ext cx="73152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3: Retrieval Lifecycle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retrieval parameters (k, volume, recency) affect attack effectiveness?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S07, S08, S09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Stigmergic Contagion (S06)</a:t>
            </a:r>
            <a:endParaRPr lang="en-US" sz="1600" dirty="0"/>
          </a:p>
        </p:txBody>
      </p:sp>
      <p:pic>
        <p:nvPicPr>
          <p:cNvPr id="4" name="Image 0" descr="C:\Users\New User\Music\My Project\UAV_ANTIG\IEEE_Conference_Template\figures\fig_contag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59436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822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0" y="1280160"/>
            <a:ext cx="2468880" cy="9144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6400800" y="2331720"/>
            <a:ext cx="24688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entries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memory layers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0" y="310896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3108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CCR 0.67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680960" y="310896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80960" y="3108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CCR 0.80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4320" y="4160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Stigmergic contagion model. Scout 1 injects 6 poisoned entries; all agents infected via shared retrieval.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 Design: Three-Layer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234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0972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HMAC-SHA256 Provenance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28800" y="1463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memory entry is signed at creation. Unsigned or tampered entries are flagged and penalized.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194560"/>
            <a:ext cx="594360" cy="1005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19456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4231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22860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Trust-Weighted Reranking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828800" y="2651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are reranked by source trust score. Flagged entries receive a -0.3 penalty. Trust decays over time.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383280"/>
            <a:ext cx="59436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33832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6118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3474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Diversity Filtering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828800" y="3840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can dominate the top-k results. Maximum 2 entries per source agent in final context.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drops from 93-100% to 0% on tested scenarios. Defense is optional (off by default, enabled via --defense flag).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&amp; Next Steps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 Sections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(91/100)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(92/100)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(90/100)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Related Work (91/100)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(90/100)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(88/100)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Design (85/100)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Design (88/100)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868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/ Experimental Setup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(GAP 1, 2, 3)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Limitations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 audit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page budget &amp; cut pass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as a Control Plane: Poisoning Attacks on LLM Multi-Agent UAV Systems</dc:title>
  <dc:subject>PptxGenJS Presentation</dc:subject>
  <dc:creator>Ibrahim Odat</dc:creator>
  <cp:lastModifiedBy>Ibrahim Odat</cp:lastModifiedBy>
  <cp:revision>1</cp:revision>
  <dcterms:created xsi:type="dcterms:W3CDTF">2026-03-20T01:34:39Z</dcterms:created>
  <dcterms:modified xsi:type="dcterms:W3CDTF">2026-03-20T01:34:39Z</dcterms:modified>
</cp:coreProperties>
</file>